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Pulihku - Sahabat Pemulihan Digital Anda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 Rehabilitasi Mandiri Berbasis Neurosains untuk Mengatasi Kecanduan Pornografi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Pendekatan Neurosains: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Membantu individu memulihkan diri dengan pendekatan holistik yang mengedukasi dan membangun kebiasaan dopamin baru.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Pulih (Tracker), AI Sahabat Pulih (Grounding Chat), Panic Button (Box Breathing 4-4-4), Akademi Pulih (Edu), Toko XP, Komunitas Anonim, &amp; Safe Browse.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Premium: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modern Next.js 14+, Supabase DB &amp; Auth (RLS), Tailwind CSS, Framer Motion, dan Progressive Web App (PWA) lengkap.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I: POLA PIKIR &amp; KERANGKA KERJA KONSEPTUAL (CONCEPTUAL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Cubical Logic Model (CLM)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Berpikir Multidimensi untuk Merancang, Memetakan, dan Mengevaluasi Sistem Secara Menyeluruh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(A / Konseptual):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perumusan konsep teoretis, visi strategis, kebutuhan fungsional, dan desain arsitektur tingkat tinggi.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(C / Implementasi):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Mewujudkan konsep menjadi bentuk nyata, seperti kode program, infrastruktur fisik, sistem berjalan, atau perangkat keras.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(B / Validasi):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Menyeimbangkan aspek konsep teoretis dengan realitas implementasi melalui evaluasi berkala, pengujian sistem, dan penyempurnaan.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I: POLA PIKIR &amp; KERANGKA KERJA KONSEPTUAL (CONCEPTUAL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Antigravity &amp; Conversational Coding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Paradigma Pengembangan Modern yang Memposisikan AI Sebagai Mitra Kolaboratif (Pair Programmer)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Commander (Developer):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merumuskan kebutuhan bisnis, logika sistem, dan arsitektur aplikasi menggunakan bahasa alami terstruktur.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(AI):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bertindak menerjemahkan instruksi menjadi kode program berkualitas, melakukan debugging, refactoring, dan dokumentasi.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IDE: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mendalam pada Antigravity IDE mempercepat siklus pengembangan dan meminimalkan beban kognitif developer.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II: METODOLOGI KERJA (METHODOLOGY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BMAD Method (Agile AI-Driven Development)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 Method of Agile AI-Driven Development untuk Optimasi Multi-Agent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Ecosystem: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Membagi siklus pengembangan ke dalam beberapa Agen AI terspesialisasi dengan peran fungsional terarah.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Terspesialisasi: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Memisahkan tugas untuk Analis Bisnis, Arsitek Sistem, Pengembang/Developer, dan QA secara modular.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Efisiensi: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Meningkatkan efisiensi, akurasi, dan skalabilitas pengerjaan proyek kompleks berskala besar.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01A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III: REKAYASA &amp; OPTIMASI AI (AI ENGINEERING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Optimization: Fine-Tuning &amp;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Strategi Utama Meningkatkan Performa dan Relevansi Model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pada penyesuaian bobot internal model (weight parameters) menggunakan dataset spesifik melalui alur kerja modern (Unsloth, LoRA, SFT), disusul kuantisasi (GGUF/Hugging Face).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(Retrieval-Augmented Generation):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Mengintegrasikan basis data eksternal (knowledge base) secara dinamis agar AI mengambil konteks terkini sebelum memformulasi jawaban.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Keunggulan RAG: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 akurat tanpa perlu melatih ulang model dasar secara penuh, menghemat daya komputasi.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81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III: REKAYASA &amp; OPTIMASI AI (AI ENGINEERING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OpenCode &amp; Private LLM (GLM-5.2)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Lingkungan Pengembangan (IDE/TUI) dengan Keamanan Maksimal dan Token Tanpa Batas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TUI/IDE: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Lingkungan pengembangan terintegrasi penuh dengan model bahasa besar (LLM) versi GLM-5.2 khusus.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Toba Server: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Dihosting di infrastruktur server privat berlokasi di Toba, memberikan akses penggunaan token tanpa batas (unlimited tokens).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&amp; Konektivitas: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kode tetap berada di dalam infrastruktur server lokal, namun pengguna tetap memerlukan koneksi internet untuk mengaksesnya.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IV: ALAT PENGEMBANGAN &amp; DISTRIBUSI (DEVELOPMENT &amp; TOOLING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Version Control System (Git &amp; GitHub)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Pengontrol Versi Terdistribusi Standar Industri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terdistribusi: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Melacak riwayat perubahan kode sumber secara mendetail, aman, dan dapat diputar kembali (rollback) kapan saja.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Integration: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Mengelola percabangan fitur (branching), melakukan peninjauan kode (pull requests), dan kolaborasi terstruktur.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 Tim: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Meminimalkan konflik penggabungan kode (merge conflicts) serta membuat Software Development Life Cycle (SDLC) lebih teratur.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IV: ALAT PENGEMBANGAN &amp; DISTRIBUSI (DEVELOPMENT &amp; TOOLING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AI Skills &amp; Browser Automation (Playwright)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Ekstensibilitas Agen AI Melalui Instruksi, Alat, dan Otomatisasi Peramban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Skills: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yang memperluas fungsionalitas dan kapabilitas agen AI melalui kombinasi instruksi sistem dan alur kerja terstruktur.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Integration: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Otomatisasi peramban (browser automation) yang memungkinkan AI berinteraksi langsung dengan halaman web.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Utama: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antarmuka otomatis (end-to-end testing), ekstraksi data web (web scraping), dan simulasi aktivitas pengguna secara dinamis.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IV: ALAT PENGEMBANGAN &amp; DISTRIBUSI (DEVELOPMENT &amp; TOOLING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Cloud Deployment &amp; CI/CD (Netlify)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Deployment Instan dan Otomatis Berbasis Serverless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 Hosting: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cloud modern untuk deployment dan hosting aplikasi web berbasis arsitektur serverless atau Jamstack.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CI/CD otomatis: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pembaruan (push) pada repositori Git memicu proses pembangunan (build) dan pengujian otomatis.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Edge Network: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dipublikasikan ke jaringan global (Edge network) secara instan, aman, dan berkinerja tinggi.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51A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V: INFRASTRUKTUR FISIK &amp; JARINGAN (INFRASTRUCTURE &amp; NETWORK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Internet of Things (IoT) &amp; Hardware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Perangkat Keras Fisik dengan Sistem Digital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Design: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Merancang arsitektur perangkat keras sejak tahap awal, memilih mikrokontroler/mikroprosesor yang tepat.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&amp; Aktuator: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sensor untuk membaca data lingkungan dan aktuator untuk melakukan tindakan fisik.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Komunikasi &amp; Keamanan: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Menggunakan protokol ringan seperti MQTT, HTTP, atau CoAP dengan enkripsi ujung-ke-ujung (end-to-end).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V: INFRASTRUKTUR FISIK &amp; JARINGAN (INFRASTRUCTURE &amp; NETWORK LAYER)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VPN Overlay &amp; Peer-to-Peer Mesh (NetBird)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Jaringan Privat Terenkripsi Menghubungkan Antar Perangkat Secara Langsung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Overlay NetBird: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Membangun jaringan privat virtual terenkripsi yang menghubungkan berbagai perangkat secara peer-to-peer.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WireGuard Mesh: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mesh overlay berbasis protokol WireGuard yang cepat, ringan, dan aman.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Bebas Kompleksitas: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Seluruh node berkomunikasi seolah berada di satu jaringan lokal (LAN), mengeliminasi firewall &amp; port forwarding.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Pulihku - Sahabat Pemulihan Digital Anda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2026-07-17T01:01:31Z</dcterms:created>
  <dcterms:modified xsi:type="dcterms:W3CDTF">2026-07-17T01:01:31Z</dcterms:modified>
</cp:coreProperties>
</file>